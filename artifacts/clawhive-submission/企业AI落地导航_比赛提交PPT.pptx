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678260abd14486" /><Relationship Type="http://schemas.openxmlformats.org/officeDocument/2006/relationships/extended-properties" Target="/docProps/app.xml" Id="Rdf47ddf955c746d5" /><Relationship Type="http://schemas.openxmlformats.org/officeDocument/2006/relationships/officeDocument" Target="/ppt/presentation.xml" Id="R8af52d4cdd4744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288bc5808245a9"/>
  </p:sldMasterIdLst>
  <p:notesMasterIdLst>
    <p:notesMasterId xmlns:r="http://schemas.openxmlformats.org/officeDocument/2006/relationships" r:id="Ra55aeb9bde794f21"/>
  </p:notesMasterIdLst>
  <p:sldIdLst>
    <p:sldId xmlns:r="http://schemas.openxmlformats.org/officeDocument/2006/relationships" id="256" r:id="R6073db3881f742bf"/>
    <p:sldId xmlns:r="http://schemas.openxmlformats.org/officeDocument/2006/relationships" id="257" r:id="R5b993c9368ef4dac"/>
    <p:sldId xmlns:r="http://schemas.openxmlformats.org/officeDocument/2006/relationships" id="258" r:id="R74d1caabf29545a6"/>
    <p:sldId xmlns:r="http://schemas.openxmlformats.org/officeDocument/2006/relationships" id="259" r:id="Rb94807494fd248be"/>
    <p:sldId xmlns:r="http://schemas.openxmlformats.org/officeDocument/2006/relationships" id="260" r:id="Rec7dddcbbf1d4343"/>
    <p:sldId xmlns:r="http://schemas.openxmlformats.org/officeDocument/2006/relationships" id="261" r:id="R7172442393cc4c15"/>
    <p:sldId xmlns:r="http://schemas.openxmlformats.org/officeDocument/2006/relationships" id="262" r:id="R6352becfb0914799"/>
    <p:sldId xmlns:r="http://schemas.openxmlformats.org/officeDocument/2006/relationships" id="263" r:id="R31d1c5ee10bd40a9"/>
    <p:sldId xmlns:r="http://schemas.openxmlformats.org/officeDocument/2006/relationships" id="264" r:id="R82c6cd5773cf4ac7"/>
    <p:sldId xmlns:r="http://schemas.openxmlformats.org/officeDocument/2006/relationships" id="265" r:id="R7b15e00735244c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aaa308f215498b" /><Relationship Type="http://schemas.openxmlformats.org/officeDocument/2006/relationships/slideMaster" Target="/ppt/slideMasters/slideMaster1.xml" Id="Rae288bc5808245a9" /><Relationship Type="http://schemas.openxmlformats.org/officeDocument/2006/relationships/notesMaster" Target="/ppt/notesMasters/notesMaster1.xml" Id="Ra55aeb9bde794f21" /><Relationship Type="http://schemas.openxmlformats.org/officeDocument/2006/relationships/presProps" Target="/ppt/presProps.xml" Id="R501fa4b952cb49c5" /><Relationship Type="http://schemas.openxmlformats.org/officeDocument/2006/relationships/tableStyles" Target="/ppt/tableStyles.xml" Id="Rf02e94492e604dd9" /><Relationship Type="http://schemas.openxmlformats.org/officeDocument/2006/relationships/slide" Target="/ppt/slides/slide1.xml" Id="R6073db3881f742bf" /><Relationship Type="http://schemas.openxmlformats.org/officeDocument/2006/relationships/slide" Target="/ppt/slides/slide2.xml" Id="R5b993c9368ef4dac" /><Relationship Type="http://schemas.openxmlformats.org/officeDocument/2006/relationships/slide" Target="/ppt/slides/slide3.xml" Id="R74d1caabf29545a6" /><Relationship Type="http://schemas.openxmlformats.org/officeDocument/2006/relationships/slide" Target="/ppt/slides/slide4.xml" Id="Rb94807494fd248be" /><Relationship Type="http://schemas.openxmlformats.org/officeDocument/2006/relationships/slide" Target="/ppt/slides/slide5.xml" Id="Rec7dddcbbf1d4343" /><Relationship Type="http://schemas.openxmlformats.org/officeDocument/2006/relationships/slide" Target="/ppt/slides/slide6.xml" Id="R7172442393cc4c15" /><Relationship Type="http://schemas.openxmlformats.org/officeDocument/2006/relationships/slide" Target="/ppt/slides/slide7.xml" Id="R6352becfb0914799" /><Relationship Type="http://schemas.openxmlformats.org/officeDocument/2006/relationships/slide" Target="/ppt/slides/slide8.xml" Id="R31d1c5ee10bd40a9" /><Relationship Type="http://schemas.openxmlformats.org/officeDocument/2006/relationships/slide" Target="/ppt/slides/slide9.xml" Id="R82c6cd5773cf4ac7" /><Relationship Type="http://schemas.openxmlformats.org/officeDocument/2006/relationships/slide" Target="/ppt/slides/slide10.xml" Id="R7b15e00735244c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b8e2d73a3347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6c119f5b4e4630" /><Relationship Type="http://schemas.openxmlformats.org/officeDocument/2006/relationships/notesMaster" Target="/ppt/notesMasters/notesMaster1.xml" Id="Red307915f47242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31c881f4ec42a4" /><Relationship Type="http://schemas.openxmlformats.org/officeDocument/2006/relationships/notesMaster" Target="/ppt/notesMasters/notesMaster1.xml" Id="R4869426d355a4c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5c961a8a324ae8" /><Relationship Type="http://schemas.openxmlformats.org/officeDocument/2006/relationships/notesMaster" Target="/ppt/notesMasters/notesMaster1.xml" Id="R7e4eaf5dd64a4f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ca5bd6804b418d" /><Relationship Type="http://schemas.openxmlformats.org/officeDocument/2006/relationships/notesMaster" Target="/ppt/notesMasters/notesMaster1.xml" Id="Rbbaebba8b58c43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d1f9524dcd49e8" /><Relationship Type="http://schemas.openxmlformats.org/officeDocument/2006/relationships/notesMaster" Target="/ppt/notesMasters/notesMaster1.xml" Id="R847c7afbf3df44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05030f5c44bbe" /><Relationship Type="http://schemas.openxmlformats.org/officeDocument/2006/relationships/notesMaster" Target="/ppt/notesMasters/notesMaster1.xml" Id="R20049d8d0cc54d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40f464faf64a4e" /><Relationship Type="http://schemas.openxmlformats.org/officeDocument/2006/relationships/notesMaster" Target="/ppt/notesMasters/notesMaster1.xml" Id="R029d072b91a141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ba1e48b9e84ce7" /><Relationship Type="http://schemas.openxmlformats.org/officeDocument/2006/relationships/notesMaster" Target="/ppt/notesMasters/notesMaster1.xml" Id="R0f003e60e41b46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7b29131f11407e" /><Relationship Type="http://schemas.openxmlformats.org/officeDocument/2006/relationships/notesMaster" Target="/ppt/notesMasters/notesMaster1.xml" Id="Rc9095165679743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f9277f4e5c4611" /><Relationship Type="http://schemas.openxmlformats.org/officeDocument/2006/relationships/notesMaster" Target="/ppt/notesMasters/notesMaster1.xml" Id="R3f6198e4368e43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/Users/liudaye/Downloads/蓝图fde企业ai操作系统v1.0/artifacts/clawhive-submission/full-description.md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/Users/liudaye/Downloads/蓝图fde企业ai操作系统v1.0/artifacts/clawhive-submission/full-description.md</a:t>
            </a:r>
          </a:p>
          <a:p xmlns:a="http://schemas.openxmlformats.org/drawingml/2006/main">
            <a:r>
              <a:t>- /Users/liudaye/Downloads/蓝图fde企业ai操作系统v1.0/artifacts/enterprise-ai-landing-guide/technical-design.md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/Users/liudaye/Downloads/蓝图fde企业ai操作系统v1.0/external_services/enterprise-ai-landing-guide/integrations/clawhive/enterprise-ai-landing-guide/SKILL.md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/Users/liudaye/Downloads/蓝图fde企业ai操作系统v1.0/artifacts/enterprise-ai-landing-guide/e2e-core-fde-20260806.md</a:t>
            </a:r>
          </a:p>
          <a:p xmlns:a="http://schemas.openxmlformats.org/drawingml/2006/main">
            <a:r>
              <a:t>- /Users/liudaye/Downloads/蓝图fde企业ai操作系统v1.0/artifacts/enterprise-ai-landing-guide/fde-attribution-browser-acceptance.md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/Users/liudaye/Downloads/蓝图fde企业ai操作系统v1.0/artifacts/enterprise-ai-landing-guide/real-samples-20260806.md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/Users/liudaye/Downloads/蓝图fde企业ai操作系统v1.0/artifacts/clawhive-submission/privacy-summary.md</a:t>
            </a:r>
          </a:p>
          <a:p xmlns:a="http://schemas.openxmlformats.org/drawingml/2006/main">
            <a:r>
              <a:t>- https://101.37.87.144/legal/clawhive/privacy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/Users/liudaye/Downloads/蓝图fde企业ai操作系统v1.0/artifacts/enterprise-ai-landing-guide/test-report.md</a:t>
            </a:r>
          </a:p>
          <a:p xmlns:a="http://schemas.openxmlformats.org/drawingml/2006/main">
            <a:r>
              <a:t>- /Users/liudaye/Downloads/蓝图fde企业ai操作系统v1.0/artifacts/enterprise-ai-landing-guide/clawhub-validation-20260807.md</a:t>
            </a:r>
          </a:p>
          <a:p xmlns:a="http://schemas.openxmlformats.org/drawingml/2006/main">
            <a:r>
              <a:t>- /Users/liudaye/Downloads/蓝图fde企业ai操作系统v1.0/artifacts/enterprise-ai-landing-guide/clawhive-validation-20260807.md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/Users/liudaye/Downloads/蓝图fde企业ai操作系统v1.0/artifacts/enterprise-ai-landing-guide/fde-source-dashboard-desktop.png</a:t>
            </a:r>
          </a:p>
          <a:p xmlns:a="http://schemas.openxmlformats.org/drawingml/2006/main">
            <a:r>
              <a:t>- https://clawhub.ai/yliu35126-afk/skills/enterprise-ai-landing-guide</a:t>
            </a:r>
          </a:p>
          <a:p xmlns:a="http://schemas.openxmlformats.org/drawingml/2006/main">
            <a:r>
              <a:t>- https://skills.netease.im/skills/tenant-1960-d8a84d50/4406b5f2-3c78-42f8-96f4-006b3b36a52d/enterprise-ai-landing-guide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/Users/liudaye/Downloads/蓝图fde企业ai操作系统v1.0/artifacts/enterprise-ai-landing-guide/clawhub-validation-20260807.md</a:t>
            </a:r>
          </a:p>
          <a:p xmlns:a="http://schemas.openxmlformats.org/drawingml/2006/main">
            <a:r>
              <a:t>- /Users/liudaye/Downloads/蓝图fde企业ai操作系统v1.0/artifacts/enterprise-ai-landing-guide/clawhive-validation-20260807.md</a:t>
            </a:r>
          </a:p>
          <a:p xmlns:a="http://schemas.openxmlformats.org/drawingml/2006/main">
            <a:r>
              <a:t>- /Users/liudaye/Downloads/蓝图fde企业ai操作系统v1.0/artifacts/clawhive-submission/submission-checklist.md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/Users/liudaye/Downloads/蓝图fde企业ai操作系统v1.0/artifacts/clawhive-submission/full-description.md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4709a9e0c41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b7ca822914856" /><Relationship Type="http://schemas.openxmlformats.org/officeDocument/2006/relationships/slideLayout" Target="/ppt/slideLayouts/slideLayout1.xml" Id="R05406876b3a848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406876b3a848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885af95f04475" /><Relationship Type="http://schemas.openxmlformats.org/officeDocument/2006/relationships/notesSlide" Target="/ppt/notesSlides/notesSlide1.xml" Id="R5a8c4b14faf145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7b776e2704d1e" /><Relationship Type="http://schemas.openxmlformats.org/officeDocument/2006/relationships/notesSlide" Target="/ppt/notesSlides/notesSlide2.xml" Id="Rbe84100dc36343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a1ae6c1b34063" /><Relationship Type="http://schemas.openxmlformats.org/officeDocument/2006/relationships/notesSlide" Target="/ppt/notesSlides/notesSlide3.xml" Id="R63a542694d6f49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d249bb9e14621" /><Relationship Type="http://schemas.openxmlformats.org/officeDocument/2006/relationships/notesSlide" Target="/ppt/notesSlides/notesSlide4.xml" Id="R9cd70b3eef4f4d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80c535ef94f9a" /><Relationship Type="http://schemas.openxmlformats.org/officeDocument/2006/relationships/notesSlide" Target="/ppt/notesSlides/notesSlide5.xml" Id="R6d86944d544f4d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2e394ee1645a8" /><Relationship Type="http://schemas.openxmlformats.org/officeDocument/2006/relationships/notesSlide" Target="/ppt/notesSlides/notesSlide6.xml" Id="Ra3b7dc06270d42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205ae3f5c4de9" /><Relationship Type="http://schemas.openxmlformats.org/officeDocument/2006/relationships/notesSlide" Target="/ppt/notesSlides/notesSlide7.xml" Id="Rc2ac1dcf2cf140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a57b369984e89" /><Relationship Type="http://schemas.openxmlformats.org/officeDocument/2006/relationships/image" Target="/ppt/media/image.jpeg" Id="R32d83bd6b645409c" /><Relationship Type="http://schemas.openxmlformats.org/officeDocument/2006/relationships/notesSlide" Target="/ppt/notesSlides/notesSlide8.xml" Id="R363bb30158ef4b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f0352e02141b8" /><Relationship Type="http://schemas.openxmlformats.org/officeDocument/2006/relationships/image" Target="/ppt/media/image2.jpeg" Id="Rbcac4b8baacc403a" /><Relationship Type="http://schemas.openxmlformats.org/officeDocument/2006/relationships/notesSlide" Target="/ppt/notesSlides/notesSlide9.xml" Id="R49aeedb49bb24a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aa37fa4c849d7" /><Relationship Type="http://schemas.openxmlformats.org/officeDocument/2006/relationships/notesSlide" Target="/ppt/notesSlides/notesSlide10.xml" Id="R24449cd8f0b344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C921404-38A7-47FF-BA17-9DC68EB6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企业AI落地导航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919F70F-206B-46FC-9467-F2FE9552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输入企业现状或一个具体问题，AI 生成可执行的落地导航；用户选择最小验证后，再进入蓝图 FDE。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D517CBB-B6F1-4119-A34B-D7E1BCF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参赛作品 · Enterprise AI Landing Guide</a:t>
            </a:r>
          </a:p>
        </p:txBody>
      </p:sp>
    </p:spTree>
    <p:extLst>
      <p:ext uri="{BB962C8B-B14F-4D97-AF65-F5344CB8AC3E}">
        <p14:creationId xmlns:p14="http://schemas.microsoft.com/office/powerpoint/2010/main" val="16228625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988B746-FA90-4572-BAAF-A7BB4EA9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DD1CF6A-CBCF-4FC6-BE15-FF223DD4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企业缺的不是更多 AI 工具，而是可验证的第一步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5ACD55C-8A26-4A34-9338-BA365273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F79ED31-CAED-4D62-9553-4DAE9717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常见起点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44C17DD-DE19-460C-8DAD-7D5AE4AD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从工具选型出发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一次收集所有问题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用报告代替业务闭环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7799F64-829D-4AF1-A155-81538775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E8A1F9F-B7CD-4326-9D3A-7783F072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本作品的回答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F014DED-C0F0-4678-94D4-97BE7902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从一个业务问题出发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每轮只问一个关键问题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 7 天验证决定是否继续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5725CF3-025C-4E3E-8634-5DF81821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现实张力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企业已经在尝试 AI，却常常无法判断应该先进入哪个部门、哪条流程。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如果没有业务基线、人工边界和停止条件，试点很容易停在演示。</a:t>
            </a:r>
          </a:p>
        </p:txBody>
      </p:sp>
    </p:spTree>
    <p:extLst>
      <p:ext uri="{BB962C8B-B14F-4D97-AF65-F5344CB8AC3E}">
        <p14:creationId xmlns:p14="http://schemas.microsoft.com/office/powerpoint/2010/main" val="7851183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F926B51-7324-476C-8425-4F91BF3C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575DB3D-4A54-415E-BC03-F89CA055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从企业问题到可验证的第一步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08CCEEC-B6A7-4F69-AC6A-67DA0EFB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企业输入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企业做什么、最头疼什么、涉及哪个岗位或流程。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31ED392-BAA7-423D-9C1B-8DFA7A75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导航结果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当前问题、经营影响、优先场景和 AI/人工分工。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9761BBC-5C92-4B4E-9222-E88D336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最小验证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天验证方式、观察指标与停止条件。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3807BDE-423B-4D5B-8518-BCED057B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进入蓝图 FDE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用户自主选择，不把导航结果包装成已完成实施。</a:t>
            </a:r>
          </a:p>
        </p:txBody>
      </p:sp>
    </p:spTree>
    <p:extLst>
      <p:ext uri="{BB962C8B-B14F-4D97-AF65-F5344CB8AC3E}">
        <p14:creationId xmlns:p14="http://schemas.microsoft.com/office/powerpoint/2010/main" val="19641908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8AF2E7C-2F8A-4EFC-A8FA-8912AA7B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964DC23-5300-4FF4-A65C-6B98159B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结果继续向前：从导航进入蓝图 FDE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9D44950-F7F8-4ABF-BC3B-78F15C83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BAA2A17-5F22-41D7-847F-881F6F01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705CCDF-1C2B-4DE3-BB0D-8FE355E0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28A37D0-3570-48D0-BCB4-F444AE18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识别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495A668-C18F-43A0-93DE-7BC3DF19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验证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AC54A3A-026A-461A-A1B2-F6DF14F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推进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2C5F464-44F5-4A92-B05D-8F0A7829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生成导航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优先场景与最小验证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8B7B255-6752-46A6-8FCC-4A1E86DF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输入问题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企业现状与业务卡点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83E5D8B-2411-4CF3-A525-B1EAD0C7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进入 FDE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继续客户、商机与落地流程</a:t>
            </a:r>
          </a:p>
        </p:txBody>
      </p:sp>
    </p:spTree>
    <p:extLst>
      <p:ext uri="{BB962C8B-B14F-4D97-AF65-F5344CB8AC3E}">
        <p14:creationId xmlns:p14="http://schemas.microsoft.com/office/powerpoint/2010/main" val="9978997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AF3427A-6B1A-4B3F-81BA-663103CD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54B238E-B81A-493D-BC96-61C5D84F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三个行业样例证明同一核心能力可以复用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D7D2FE4-5464-4C76-82D1-2699D9C5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制造业报价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匹配历史工艺，生成报价草稿；老师傅复核。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43DDDD4-DEDF-4EEA-A34F-D17F3117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电商客服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补齐尺寸和接口信息；不足即停止推荐并转人工。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56090A6-0B2C-4389-899A-0F98C93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招投标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提取否决条件，匹配资质并标记缺口。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564363B-636B-4DDC-99EA-B35538C3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共同底线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不虚构损失；模型建议不冒充业务事实。</a:t>
            </a:r>
          </a:p>
        </p:txBody>
      </p:sp>
    </p:spTree>
    <p:extLst>
      <p:ext uri="{BB962C8B-B14F-4D97-AF65-F5344CB8AC3E}">
        <p14:creationId xmlns:p14="http://schemas.microsoft.com/office/powerpoint/2010/main" val="5265734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3E9A660-08CC-4D6D-9FF9-05A44A09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8F91E1E-44DA-4A09-A2C5-18DEA4C9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先给价值，再请求授权；每一步都能停下来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18C7F58-7501-4C04-ABC4-AEE95540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默认匿名使用。地图生成前不要求企业名称或联系方式。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E8DE445-7FA9-493B-B245-C77DE482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40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事实 / 证据 / 推断 / 待确认分区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B4E2BC09-D186-4EA6-8F61-F965663A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1F84C080-BAD5-46D5-818F-84A07A88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同意保存与同意联系分开记录。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未同意联系时不创建联系人。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D465769-EF37-41E1-8AD6-C333B180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7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会话 Token 不写入文件或日志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194B6BD-75F5-47A1-BF7C-439A8B05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99034E36-6785-47FD-8C79-48DDBDC4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匿名会话默认保留 30 天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5CB381F-0E4E-4D0E-AB7D-3FBFA729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3BA7283D-994E-4A42-AED2-BC4AD5EA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用户可主动删除匿名会话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575706EC-82E1-432D-8BF5-429BB7AE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1755E891-F1B2-4B81-A256-375A728E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1911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不自动报价、投标或作最终决策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0B14E9FE-0D34-4EEF-9E7B-9A996097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20515841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46B4860-ED82-43C1-9724-CBDBDAEC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5C7D470-F6A6-4C5C-9E7C-9739B3F3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4CC1235-C416-4CFB-80D1-969030B4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B64F85A-53AC-4614-887D-80F74343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6AC8226-4C6C-44AC-BC8A-D7B787F9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以真实问题为起点，以最小验证收束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FF624AB-CEF2-412B-97B0-E5005790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核心自动测试通过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AB6FCE9-3A4B-46EC-A940-CA08874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ClawHub + ClawHive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0E86550-61EE-4AB6-A987-F2384823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正式演示视频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388FF22-0E65-4AA1-99D5-255819DE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82 / 82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547E4D1-F5F2-4EF6-8871-303AEAFC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280 秒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6369927-3ACC-4739-A41D-5DC6FD46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个平台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BE11930-59F8-49C4-B8E2-E86E17AF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材料展示当前产品体验与验证边界；比赛报名、平台审核和最终提交状态按真实官方页面记录。</a:t>
            </a:r>
          </a:p>
        </p:txBody>
      </p:sp>
    </p:spTree>
    <p:extLst>
      <p:ext uri="{BB962C8B-B14F-4D97-AF65-F5344CB8AC3E}">
        <p14:creationId xmlns:p14="http://schemas.microsoft.com/office/powerpoint/2010/main" val="20271122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E81A2E-AA7D-4F6B-AB3C-C4F50660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0176404-F4EB-4DD2-83C8-3162579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从体验到正式落地，路径清晰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49848CE-1149-44CE-8752-EA2F1EF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83bd6b645409c"/>
          <a:stretch xmlns:a="http://schemas.openxmlformats.org/drawingml/2006/main"/>
        </p:blipFill>
        <p:spPr>
          <a:xfrm xmlns:a="http://schemas.openxmlformats.org/drawingml/2006/main">
            <a:off x="6269069" y="1466279"/>
            <a:ext cx="5539740" cy="3462338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5B8651C3-EF6F-45DA-9621-12E0F6D0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公开体验服务与蓝图 FDE 通过明确 CTA 衔接。体验入口负责找到值得先做的场景；FDE 负责授权后的正式业务推进。</a:t>
            </a:r>
          </a:p>
        </p:txBody>
      </p:sp>
    </p:spTree>
    <p:extLst>
      <p:ext uri="{BB962C8B-B14F-4D97-AF65-F5344CB8AC3E}">
        <p14:creationId xmlns:p14="http://schemas.microsoft.com/office/powerpoint/2010/main" val="8995679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5D95BD9-348C-4278-9992-47039762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21BE897-4EE7-4262-B03B-0B7473C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技能市场上架与比赛提交是两条独立链路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3644FB0-9A7A-4BAB-861D-42B71A99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E3C2E45-7962-4AA2-A4C6-2BFEEF29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体验与分发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24EB97F-6455-466C-B97C-04B8CF13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历史市场记录保留为证据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不等同于本次比赛报名或最终审核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50694DB-547B-4CAA-89CA-065D2341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7F8C909-25F3-4502-9950-9D49A0AA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比赛材料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D1EED5F-9A7F-40D5-9CA4-F0BBA36A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PPT + 说明书 + 脱敏样例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最终截止：2026-08-30 23:59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DC0604A-DE3A-4980-A2E9-9C1E9F52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提交策略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先保存草稿，核对原创与隐私声明；不可撤回的最终提交由用户确认。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c4b8baacc403a"/>
          <a:srcRect xmlns:a="http://schemas.openxmlformats.org/drawingml/2006/main" l="6330" t="0" r="6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2047875"/>
            <a:ext cx="5191125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</p:spTree>
    <p:extLst>
      <p:ext uri="{BB962C8B-B14F-4D97-AF65-F5344CB8AC3E}">
        <p14:creationId xmlns:p14="http://schemas.microsoft.com/office/powerpoint/2010/main" val="18504479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340FD4B-3EAF-463C-92B8-FF22CC39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把一个真实业务问题，变成可验证的第一步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2AFE77B-939B-4C4B-8F8F-CB7A13D3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输入企业问题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生成导航结果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选择最小验证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进入蓝图 FDE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145CE95-45C8-4D33-8BEC-A8334875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企业AI落地导航</a:t>
            </a:r>
          </a:p>
        </p:txBody>
      </p:sp>
    </p:spTree>
    <p:extLst>
      <p:ext uri="{BB962C8B-B14F-4D97-AF65-F5344CB8AC3E}">
        <p14:creationId xmlns:p14="http://schemas.microsoft.com/office/powerpoint/2010/main" val="513453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2026-08-19T13:33:13.7370000Z</dcterms:created>
  <dcterms:modified xsi:type="dcterms:W3CDTF">2026-08-19T13:33:13.7370000Z</dcterms:modified>
</coreProperties>
</file>